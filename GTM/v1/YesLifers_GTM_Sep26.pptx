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 OF ALPHA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 Lifers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3840480" y="2606040"/>
            <a:ext cx="146304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788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Roadmap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3291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April -- September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4297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House of Alpha  //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LIFERS GTM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13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3810">
            <a:solidFill>
              <a:srgbClr val="6B7D6E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Thesis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" y="1005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apps have a cold-start problem.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1508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arrive skeptical. Enter approximate numbers. Churn before seeing value.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011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inverts this. Members arrive pre-sold, emotionally invested, and ready to engage deeply.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 matters: identity before product, trust before transaction.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3291840"/>
            <a:ext cx="54864" cy="640080"/>
          </a:xfrm>
          <a:prstGeom prst="rectangle">
            <a:avLst/>
          </a:prstGeom>
          <a:solidFill>
            <a:srgbClr val="C9A84C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2918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tribe. Earn the trust. Hand them the tool.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LIFERS GTM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3810">
            <a:solidFill>
              <a:srgbClr val="6B7D6E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Sequence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960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W1-4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463040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63040" y="12161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live, 500 quiz completions, message-market fit identified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1508760"/>
            <a:ext cx="8229600" cy="0"/>
          </a:xfrm>
          <a:prstGeom prst="line">
            <a:avLst/>
          </a:prstGeom>
          <a:noFill/>
          <a:ln w="2540">
            <a:solidFill>
              <a:srgbClr val="6B7D6E">
                <a:alpha val="2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554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18288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W5-8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46304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Ignition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463040" y="1810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members, 4 pods active, 40%+ WAU, content engine running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2540">
            <a:solidFill>
              <a:srgbClr val="6B7D6E">
                <a:alpha val="2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1488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24231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W9-12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46304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Drop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463040" y="24048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members through snapshot, 70% completion, top 3 UX fixes shipped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2697480"/>
            <a:ext cx="8229600" cy="0"/>
          </a:xfrm>
          <a:prstGeom prst="line">
            <a:avLst/>
          </a:prstGeom>
          <a:noFill/>
          <a:ln w="2540">
            <a:solidFill>
              <a:srgbClr val="6B7D6E">
                <a:alpha val="2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7432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JUL-AUG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30175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W13-20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46304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Thickens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463040" y="2999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members, Steps 1-3 programmed, full app in final build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3291840"/>
            <a:ext cx="8229600" cy="0"/>
          </a:xfrm>
          <a:prstGeom prst="line">
            <a:avLst/>
          </a:prstGeom>
          <a:noFill/>
          <a:ln w="2540">
            <a:solidFill>
              <a:srgbClr val="6B7D6E">
                <a:alpha val="2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3337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36118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W21-22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46304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Heat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463040" y="35935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to pod completers, 15 testimonials captured, press pitched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57200" y="3886200"/>
            <a:ext cx="8229600" cy="0"/>
          </a:xfrm>
          <a:prstGeom prst="line">
            <a:avLst/>
          </a:prstGeom>
          <a:noFill/>
          <a:ln w="2540">
            <a:solidFill>
              <a:srgbClr val="6B7D6E">
                <a:alpha val="25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9319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 15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42062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W23-24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46304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Launch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463040" y="4187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app users, flywheel self-sustaining, advisory pipeline seeded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LIFERS GTM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3810">
            <a:solidFill>
              <a:srgbClr val="6B7D6E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Funnel Math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685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benchmarks applied. Sources: Interact 2026, ScoreApp, Unbounce, Gainsight.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64008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Stage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Volume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Conv.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Benchmark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impressions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AF7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500K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reach, 3-4 posts/week, 12 weeks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 visitors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AF7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10,000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organic CTR: 1.5-3.0%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starts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AF7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4,000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tool engagement vs static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completions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AF7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2,600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 2026: 65% for 5-10 Q quizzes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captured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AF7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1,040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40.1%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Interact: quiz start-to-lead = 40.1%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joins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AF7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Email-to-community with 4-email drip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active members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AF7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 activation: 20-30%, target 40%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adopters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AF7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35%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Community-to-product for pre-sold users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completed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AF7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70%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Pre-primed vs 40% cold traffic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plan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AF7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Freemium-to-paid: 10-20% high-intent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Advisory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AF7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High-touch upsell from engaged users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LIFERS GTM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3810">
            <a:solidFill>
              <a:srgbClr val="6B7D6E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April: Foundation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1-4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37160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Owner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KPI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 with Yes Life Score quiz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Tech + Content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 quiz completions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A/B test hero messaging (guilt vs aspiration)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Content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Clear winner by W3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drip: 4 emails / 10 days, branched by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Content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50%+ open rate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origin post on LinkedIn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Founder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10K+ impressions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bank: 20 LI + 15 IG pre-produced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Content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Batch done by W2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Waitlist captures from quiz + landing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Tech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300 emails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LIFERS GTM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3810">
            <a:solidFill>
              <a:srgbClr val="6B7D6E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May: Community Ignition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5-8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37160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Owner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KPI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10-15 HoA advisory clients (pre-briefed)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Founder + Advisory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 by Day 1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to first 100 from waitlist (scarcity)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Community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 members by W6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rituals: Clarity Circle (Thu) + Say Yes Moment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Community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40%+ WAU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4 accountability pods (4-6 each)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Community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 pod members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Content: 3 LI + 4 IG/week, alternating CTAs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Content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500K impressions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Referral: 3 invites = Founding Yes Lifer badge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Tech + Community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 links sent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LIFERS GTM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3810">
            <a:solidFill>
              <a:srgbClr val="6B7D6E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June: MVP Drop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9-12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37160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Owner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KPI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(snapshot / Step 1) to community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Tech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150 members access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7-day Clarity Challenge: complete +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Community + Tech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70% completion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feedback: survey + threads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Community + Tech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Top 3 UX issues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live office hours (recorded)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Founder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Launch content asset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top 3 UX fixes within 2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Tech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Fixes live by W12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share moment on completion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Tech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50+ shares posted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LIFERS GTM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3810">
            <a:solidFill>
              <a:srgbClr val="6B7D6E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Jul-Aug: Community Thickens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13-20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37160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Owner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KPI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Wave 2: quiz &gt;5.0 gets direct invite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Tech + Community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 total members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2-3: Yes Life + Yes Budget (2-wk sprints)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Community + Content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 through Steps 1-3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full plan: goals, scenarios, Monte Carlo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Tech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 testing by W20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 free Hell Yes! Decision consultations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Advisory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Case studies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step indicator + share moment integrated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Tech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Flywheel loop live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30%+ content from members (not founders)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Community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Member ratio tracked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LIFERS GTM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3810">
            <a:solidFill>
              <a:srgbClr val="6B7D6E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Sep: Launch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21-24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37160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Owner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KPI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Sep: Announce date. Beta to pod completers.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Founder + Tech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 testimonials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Sep: Founding Yes Lifer cutoff. Press outreach.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Community + Content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3+ press pitches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15: Community-first launch, personalised onboard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Tech + Community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600 signups (comm)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W3: Public launch. PH. LinkedIn post.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 signups (public)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W4: Advisory pipeline from power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Advisory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conversations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W4: Flywheel assessment. What self-sustains?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D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Retention data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LIFERS GTM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3810">
            <a:solidFill>
              <a:srgbClr val="6B7D6E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Measurement Framework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3716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PRE-APP  (APR-JUN)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Target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Source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completion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65%+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Quiz-to-email capture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40%+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analytics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open rate (drip)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50%+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 dashboard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WAU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40%+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retention (6-wk)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75%+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engagement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3%+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analytics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3716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POST-APP  (JUL-SEP)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Target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Source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Community-to-app conv.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35%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tags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compl. (community)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70%+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MixPanel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compl. (cold)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40%+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MixPanel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 / D30 retention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60% / 40%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MixPanel cohort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Free-to-paid conversion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referral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30%+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tracking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LIFERS GTM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3810">
            <a:solidFill>
              <a:srgbClr val="6B7D6E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Framework (Monthly INR)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14400" y="685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community-first GTM. Trades paid acquisition for time and content investment.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Line Item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platform (Circle Pro)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7.5K - 15K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/ ESP (Beehiiv / ConvertKit)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Free - 5K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tools (Canva Pro, Figma)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3K - 5K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tooling (Interact / Typeform)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3K - 5K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manager (part-time, from W5)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25K - 40K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creator collabs (2-3/qtr)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15K - 40K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boost (top organic posts only)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15K - 35K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Miscellaneous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5K - 10K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7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73.5K - 155K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68680" y="4160520"/>
            <a:ext cx="54864" cy="365760"/>
          </a:xfrm>
          <a:prstGeom prst="rectangle">
            <a:avLst/>
          </a:prstGeom>
          <a:solidFill>
            <a:srgbClr val="C9A84C"/>
          </a:solidFill>
          <a:ln/>
        </p:spPr>
      </p:sp>
      <p:sp>
        <p:nvSpPr>
          <p:cNvPr id="10" name="Text 6"/>
          <p:cNvSpPr/>
          <p:nvPr/>
        </p:nvSpPr>
        <p:spPr>
          <a:xfrm>
            <a:off x="1097280" y="4160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paid-acquisition GTM: 5-10L/month in ad spend alone.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LIFERS GTM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3810">
            <a:solidFill>
              <a:srgbClr val="6B7D6E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Register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Mitigation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grows slowly (&lt;100 by W8)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micro-influencer partnerships. Viral quiz relaunch.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drops post-novelty (W8-12)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Pods are key retention lever. Graduate veterans to leadership.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June timeline slips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to snapshot only. No goals engine in MVP.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users churn faster than community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1784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Expected. Use churn data to refine community funnel.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bandwidth saturated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1784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manager by W5. Batch content. Delegate pods by M4.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LIFERS GTM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D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3810">
            <a:solidFill>
              <a:srgbClr val="6B7D6E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Needed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4864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Decision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By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spc="150" kern="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Why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7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name confirmation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language and app copy must align from Day 1.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7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platform choice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 (recommended), Geneva, or Slack. Drives cost + onboarding.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7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content commitment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owns LinkedIn? Origin post, Clarity Circles = 8-10 hrs/wk.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7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manager hire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Non-negotiable by W5. Without this, quality degrades.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7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scope 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only or broader? Determines June feasibility.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AF7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member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8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 HoA clients briefed + committed to post W5-6.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6B7D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68680" y="4023360"/>
            <a:ext cx="54864" cy="502920"/>
          </a:xfrm>
          <a:prstGeom prst="rectangle">
            <a:avLst/>
          </a:prstGeom>
          <a:solidFill>
            <a:srgbClr val="C9A84C"/>
          </a:solidFill>
          <a:ln/>
        </p:spPr>
      </p:sp>
      <p:sp>
        <p:nvSpPr>
          <p:cNvPr id="9" name="Text 5"/>
          <p:cNvSpPr/>
          <p:nvPr/>
        </p:nvSpPr>
        <p:spPr>
          <a:xfrm>
            <a:off x="1097280" y="40233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member who succeeds becomes the most powerful acquisition channel for the next member.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 Lifers GTM Roadmap</dc:title>
  <dc:subject>PptxGenJS Presentation</dc:subject>
  <dc:creator>PptxGenJS</dc:creator>
  <cp:lastModifiedBy>PptxGenJS</cp:lastModifiedBy>
  <cp:revision>1</cp:revision>
  <dcterms:created xsi:type="dcterms:W3CDTF">2026-04-09T10:02:30Z</dcterms:created>
  <dcterms:modified xsi:type="dcterms:W3CDTF">2026-04-09T10:02:30Z</dcterms:modified>
</cp:coreProperties>
</file>